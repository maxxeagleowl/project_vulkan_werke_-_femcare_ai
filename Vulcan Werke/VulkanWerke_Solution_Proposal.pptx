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61" r:id="rId8"/>
    <p:sldId id="260" r:id="rId9"/>
    <p:sldId id="259" r:id="rId10"/>
    <p:sldId id="262" r:id="rId11"/>
    <p:sldId id="263" r:id="rId12"/>
    <p:sldId id="264" r:id="rId13"/>
    <p:sldId id="265" r:id="rId14"/>
    <p:sldId id="26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8" autoAdjust="0"/>
    <p:restoredTop sz="96622" autoAdjust="0"/>
  </p:normalViewPr>
  <p:slideViewPr>
    <p:cSldViewPr snapToGrid="0" snapToObjects="1">
      <p:cViewPr>
        <p:scale>
          <a:sx n="150" d="100"/>
          <a:sy n="150" d="100"/>
        </p:scale>
        <p:origin x="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105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0AB09CA3-A80A-7440-04BC-102ACA699343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3161943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046720" y="457200"/>
            <a:ext cx="896112" cy="896112"/>
          </a:xfrm>
          <a:prstGeom prst="ellipse">
            <a:avLst/>
          </a:prstGeom>
          <a:solidFill>
            <a:srgbClr val="2E2E2E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11312" y="621792"/>
            <a:ext cx="566928" cy="566928"/>
          </a:xfrm>
          <a:prstGeom prst="ellipse">
            <a:avLst/>
          </a:prstGeom>
          <a:solidFill>
            <a:srgbClr val="141414"/>
          </a:solidFill>
          <a:ln w="1016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57616" y="768096"/>
            <a:ext cx="274320" cy="2743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0" y="457200"/>
            <a:ext cx="896112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0" y="2011680"/>
            <a:ext cx="201168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3108960"/>
            <a:ext cx="128016" cy="20117"/>
          </a:xfrm>
          <a:prstGeom prst="rect">
            <a:avLst/>
          </a:prstGeom>
          <a:solidFill>
            <a:srgbClr val="F97316">
              <a:alpha val="55000"/>
            </a:srgbClr>
          </a:solidFill>
          <a:ln w="12700">
            <a:solidFill>
              <a:srgbClr val="F9731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4023360"/>
            <a:ext cx="82296" cy="20117"/>
          </a:xfrm>
          <a:prstGeom prst="rect">
            <a:avLst/>
          </a:prstGeom>
          <a:solidFill>
            <a:srgbClr val="F97316">
              <a:alpha val="35000"/>
            </a:srgbClr>
          </a:solidFill>
          <a:ln w="12700">
            <a:solidFill>
              <a:srgbClr val="F97316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" y="50292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" y="960120"/>
            <a:ext cx="7772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256032" y="2084832"/>
            <a:ext cx="5486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6032" y="2651760"/>
            <a:ext cx="201168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" y="28163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5440680" cy="3913632"/>
          </a:xfrm>
          <a:prstGeom prst="rect">
            <a:avLst/>
          </a:prstGeom>
          <a:solidFill>
            <a:srgbClr val="141414"/>
          </a:solidFill>
          <a:ln w="6350">
            <a:solidFill>
              <a:srgbClr val="2E2E2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5440680" cy="5486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870448" y="1243584"/>
            <a:ext cx="109728" cy="10241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71616" y="137160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71616" y="170078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870448" y="2414016"/>
            <a:ext cx="109728" cy="10241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1616" y="2542032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71616" y="287121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870448" y="3584448"/>
            <a:ext cx="109728" cy="102412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71616" y="371246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071616" y="40416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manufacturing,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2798064" cy="512064"/>
          </a:xfrm>
          <a:prstGeom prst="rect">
            <a:avLst/>
          </a:prstGeom>
          <a:solidFill>
            <a:srgbClr val="E63329">
              <a:alpha val="85000"/>
            </a:srgbClr>
          </a:solidFill>
          <a:ln w="12700">
            <a:solidFill>
              <a:srgbClr val="E63329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233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2336" y="1554480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233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980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2336" y="2414016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02336" y="2414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237744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" y="3264408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32644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9808" y="32278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18211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82112" y="841248"/>
            <a:ext cx="2798064" cy="512064"/>
          </a:xfrm>
          <a:prstGeom prst="rect">
            <a:avLst/>
          </a:prstGeom>
          <a:solidFill>
            <a:srgbClr val="F97316">
              <a:alpha val="85000"/>
            </a:srgbClr>
          </a:solidFill>
          <a:ln w="12700">
            <a:solidFill>
              <a:srgbClr val="F9731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2841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328416" y="1554480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2841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7588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28416" y="2523744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328416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75888" y="24871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28416" y="3493008"/>
            <a:ext cx="256032" cy="256032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28416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75888" y="34564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0819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08192" y="841248"/>
            <a:ext cx="2798064" cy="512064"/>
          </a:xfrm>
          <a:prstGeom prst="rect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54496" y="841248"/>
            <a:ext cx="2505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254496" y="1554480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1554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01968" y="1517904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54496" y="2523744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254496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601968" y="24871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reporting is largely manual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54496" y="3493008"/>
            <a:ext cx="256032" cy="256032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54496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601968" y="3456432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51" name="Shape 18">
            <a:extLst>
              <a:ext uri="{FF2B5EF4-FFF2-40B4-BE49-F238E27FC236}">
                <a16:creationId xmlns:a16="http://schemas.microsoft.com/office/drawing/2014/main" id="{9B7AF033-6B3A-5361-E798-33FC193D040D}"/>
              </a:ext>
            </a:extLst>
          </p:cNvPr>
          <p:cNvSpPr/>
          <p:nvPr/>
        </p:nvSpPr>
        <p:spPr>
          <a:xfrm>
            <a:off x="402336" y="4059936"/>
            <a:ext cx="256032" cy="25603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19">
            <a:extLst>
              <a:ext uri="{FF2B5EF4-FFF2-40B4-BE49-F238E27FC236}">
                <a16:creationId xmlns:a16="http://schemas.microsoft.com/office/drawing/2014/main" id="{996D3E5B-6EA4-11A6-7843-6CAC4317185B}"/>
              </a:ext>
            </a:extLst>
          </p:cNvPr>
          <p:cNvSpPr/>
          <p:nvPr/>
        </p:nvSpPr>
        <p:spPr>
          <a:xfrm>
            <a:off x="402336" y="40599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01537B8C-4323-8639-83BB-795CC6A2AEB6}"/>
              </a:ext>
            </a:extLst>
          </p:cNvPr>
          <p:cNvSpPr/>
          <p:nvPr/>
        </p:nvSpPr>
        <p:spPr>
          <a:xfrm>
            <a:off x="749808" y="402336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Aptos" pitchFamily="34" charset="0"/>
              </a:rPr>
              <a:t>Evidence &amp; data based decision not possible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agents — each scoped to a clear business value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2798064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233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0233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233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0233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system holds downtime data?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0233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OEE* calculated?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33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needed for reporting?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0233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0233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0233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0233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knowledge retention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0233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FontTx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8211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82112" y="841248"/>
            <a:ext cx="2798064" cy="457200"/>
          </a:xfrm>
          <a:prstGeom prst="rect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2841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Agent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32841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2841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32841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2841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32841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similar incidents happened?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2841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2841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2841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32841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operational decisions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32841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08192" y="841248"/>
            <a:ext cx="2798064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108192" y="841248"/>
            <a:ext cx="2798064" cy="457200"/>
          </a:xfrm>
          <a:prstGeom prst="rect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54496" y="841248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254496" y="1371600"/>
            <a:ext cx="250545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1865376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54496" y="206654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254496" y="237744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254496" y="2688336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packages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54496" y="3108960"/>
            <a:ext cx="2505456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254496" y="3200400"/>
            <a:ext cx="2505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254496" y="3401568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reporting effort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54496" y="3712464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254496" y="4023360"/>
            <a:ext cx="25054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9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B766F803-2094-9E6A-D252-B0EA8937DC4A}"/>
              </a:ext>
            </a:extLst>
          </p:cNvPr>
          <p:cNvSpPr/>
          <p:nvPr/>
        </p:nvSpPr>
        <p:spPr>
          <a:xfrm>
            <a:off x="1796542" y="4567428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*Overall Equipment Effectiveness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6032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8888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1234440"/>
            <a:ext cx="274320" cy="274320"/>
          </a:xfrm>
          <a:prstGeom prst="ellipse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888888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1746504"/>
            <a:ext cx="274320" cy="274320"/>
          </a:xfrm>
          <a:prstGeom prst="ellipse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E63329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2258568"/>
            <a:ext cx="274320" cy="27432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B82F6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F5C51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2770632"/>
            <a:ext cx="274320" cy="274320"/>
          </a:xfrm>
          <a:prstGeom prst="ellipse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5C518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7200" y="3282696"/>
            <a:ext cx="274320" cy="2743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F97316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" y="3794760"/>
            <a:ext cx="274320" cy="274320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22C55E">
                <a:alpha val="50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4306824"/>
            <a:ext cx="274320" cy="27432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074920" y="23408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23408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5074920" y="27980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230368" y="27980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074920" y="32552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230368" y="32552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074920" y="3712464"/>
            <a:ext cx="4572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230368" y="3712464"/>
            <a:ext cx="3419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2" name="think-cell data - do not delete" hidden="1">
            <a:extLst>
              <a:ext uri="{FF2B5EF4-FFF2-40B4-BE49-F238E27FC236}">
                <a16:creationId xmlns:a16="http://schemas.microsoft.com/office/drawing/2014/main" id="{4AA552F0-9EF1-F7AB-B7D0-968CDC19E6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732868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56032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6510528" y="731520"/>
            <a:ext cx="20117" cy="418795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9728" y="841248"/>
            <a:ext cx="36576" cy="841248"/>
          </a:xfrm>
          <a:prstGeom prst="rect">
            <a:avLst/>
          </a:prstGeom>
          <a:solidFill>
            <a:srgbClr val="3B82F6">
              <a:alpha val="60000"/>
            </a:srgbClr>
          </a:solidFill>
          <a:ln w="12700">
            <a:solidFill>
              <a:srgbClr val="3B82F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4592" y="841248"/>
            <a:ext cx="676656" cy="201168"/>
          </a:xfrm>
          <a:prstGeom prst="rect">
            <a:avLst/>
          </a:prstGeom>
          <a:solidFill>
            <a:srgbClr val="3B82F6">
              <a:alpha val="22000"/>
            </a:srgbClr>
          </a:solidFill>
          <a:ln w="635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64592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109728" y="1828800"/>
            <a:ext cx="36576" cy="1005840"/>
          </a:xfrm>
          <a:prstGeom prst="rect">
            <a:avLst/>
          </a:prstGeom>
          <a:solidFill>
            <a:srgbClr val="22C55E">
              <a:alpha val="60000"/>
            </a:srgbClr>
          </a:solidFill>
          <a:ln w="12700">
            <a:solidFill>
              <a:srgbClr val="22C55E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64592" y="1828800"/>
            <a:ext cx="676656" cy="201168"/>
          </a:xfrm>
          <a:prstGeom prst="rect">
            <a:avLst/>
          </a:prstGeom>
          <a:solidFill>
            <a:srgbClr val="22C55E">
              <a:alpha val="22000"/>
            </a:srgbClr>
          </a:solidFill>
          <a:ln w="635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4592" y="1828800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109728" y="2980944"/>
            <a:ext cx="36576" cy="841248"/>
          </a:xfrm>
          <a:prstGeom prst="rect">
            <a:avLst/>
          </a:prstGeom>
          <a:solidFill>
            <a:srgbClr val="F97316">
              <a:alpha val="60000"/>
            </a:srgbClr>
          </a:solidFill>
          <a:ln w="12700">
            <a:solidFill>
              <a:srgbClr val="F97316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64592" y="2980944"/>
            <a:ext cx="676656" cy="201168"/>
          </a:xfrm>
          <a:prstGeom prst="rect">
            <a:avLst/>
          </a:prstGeom>
          <a:solidFill>
            <a:srgbClr val="F97316">
              <a:alpha val="22000"/>
            </a:srgbClr>
          </a:solidFill>
          <a:ln w="6350">
            <a:solidFill>
              <a:srgbClr val="F9731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09728" y="3968496"/>
            <a:ext cx="36576" cy="896112"/>
          </a:xfrm>
          <a:prstGeom prst="rect">
            <a:avLst/>
          </a:prstGeom>
          <a:solidFill>
            <a:srgbClr val="888888">
              <a:alpha val="60000"/>
            </a:srgbClr>
          </a:solidFill>
          <a:ln w="12700">
            <a:solidFill>
              <a:srgbClr val="8888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4592" y="3968496"/>
            <a:ext cx="676656" cy="201168"/>
          </a:xfrm>
          <a:prstGeom prst="rect">
            <a:avLst/>
          </a:prstGeom>
          <a:solidFill>
            <a:srgbClr val="888888">
              <a:alpha val="22000"/>
            </a:srgbClr>
          </a:solidFill>
          <a:ln w="6350">
            <a:solidFill>
              <a:srgbClr val="88888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64592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32688" y="822960"/>
            <a:ext cx="1627632" cy="146304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7552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46504" y="1664208"/>
            <a:ext cx="0" cy="128016"/>
          </a:xfrm>
          <a:prstGeom prst="line">
            <a:avLst/>
          </a:prstGeom>
          <a:noFill/>
          <a:ln w="12700">
            <a:solidFill>
              <a:srgbClr val="3B82F6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0" y="822960"/>
            <a:ext cx="1627632" cy="146304"/>
          </a:xfrm>
          <a:prstGeom prst="rect">
            <a:avLst/>
          </a:prstGeom>
          <a:solidFill>
            <a:srgbClr val="22C55E">
              <a:alpha val="75000"/>
            </a:srgbClr>
          </a:solidFill>
          <a:ln w="12700">
            <a:solidFill>
              <a:srgbClr val="22C55E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98064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71312" y="1682496"/>
            <a:ext cx="2" cy="100585"/>
          </a:xfrm>
          <a:prstGeom prst="line">
            <a:avLst/>
          </a:prstGeom>
          <a:noFill/>
          <a:ln w="12700">
            <a:solidFill>
              <a:srgbClr val="22C55E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53712" y="822960"/>
            <a:ext cx="1627632" cy="146304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08576" y="932688"/>
            <a:ext cx="15179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7528" y="1664208"/>
            <a:ext cx="0" cy="128016"/>
          </a:xfrm>
          <a:prstGeom prst="line">
            <a:avLst/>
          </a:prstGeom>
          <a:noFill/>
          <a:ln w="12700">
            <a:solidFill>
              <a:srgbClr val="A855F7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14400" y="1810512"/>
            <a:ext cx="5394960" cy="1060704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005840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005840" y="1883664"/>
            <a:ext cx="1627632" cy="182880"/>
          </a:xfrm>
          <a:prstGeom prst="rect">
            <a:avLst/>
          </a:prstGeom>
          <a:solidFill>
            <a:srgbClr val="22C55E">
              <a:alpha val="75000"/>
            </a:srgbClr>
          </a:solidFill>
          <a:ln w="12700">
            <a:solidFill>
              <a:srgbClr val="22C55E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042416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42416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79776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779776" y="1883664"/>
            <a:ext cx="1627632" cy="18288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816352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Agent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816352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53712" y="1883664"/>
            <a:ext cx="1627632" cy="914400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53712" y="1883664"/>
            <a:ext cx="1627632" cy="182880"/>
          </a:xfrm>
          <a:prstGeom prst="rect">
            <a:avLst/>
          </a:prstGeom>
          <a:solidFill>
            <a:srgbClr val="A855F7">
              <a:alpha val="75000"/>
            </a:srgbClr>
          </a:solidFill>
          <a:ln w="12700">
            <a:solidFill>
              <a:srgbClr val="A855F7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590288" y="208483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90288" y="245059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D0D0D"/>
          </a:solidFill>
          <a:ln w="20320">
            <a:solidFill>
              <a:srgbClr val="F9731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932688" y="2944368"/>
            <a:ext cx="1627632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69264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87552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743200" y="2944368"/>
            <a:ext cx="1627632" cy="164592"/>
          </a:xfrm>
          <a:prstGeom prst="rect">
            <a:avLst/>
          </a:prstGeom>
          <a:solidFill>
            <a:srgbClr val="E63329">
              <a:alpha val="75000"/>
            </a:srgbClr>
          </a:solidFill>
          <a:ln w="12700">
            <a:solidFill>
              <a:srgbClr val="E63329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779776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98064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Control</a:t>
            </a:r>
            <a:b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</a:t>
            </a:r>
            <a:r>
              <a:rPr lang="en-US" sz="850" dirty="0" err="1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Protectin</a:t>
            </a:r>
            <a:b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141414"/>
          </a:solidFill>
          <a:ln w="10160">
            <a:solidFill>
              <a:srgbClr val="F5C518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53712" y="2944368"/>
            <a:ext cx="1627632" cy="164592"/>
          </a:xfrm>
          <a:prstGeom prst="rect">
            <a:avLst/>
          </a:prstGeom>
          <a:solidFill>
            <a:srgbClr val="F5C518">
              <a:alpha val="75000"/>
            </a:srgbClr>
          </a:solidFill>
          <a:ln w="12700">
            <a:solidFill>
              <a:srgbClr val="F5C518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90288" y="2944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4608576" y="3145536"/>
            <a:ext cx="1517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5C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 flipV="1">
            <a:off x="3602736" y="2871216"/>
            <a:ext cx="0" cy="73152"/>
          </a:xfrm>
          <a:prstGeom prst="line">
            <a:avLst/>
          </a:prstGeom>
          <a:noFill/>
          <a:ln w="12700">
            <a:solidFill>
              <a:srgbClr val="F97316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 flipV="1">
            <a:off x="1371600" y="3822192"/>
            <a:ext cx="342900" cy="384048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 flipH="1" flipV="1">
            <a:off x="1746504" y="3822192"/>
            <a:ext cx="704088" cy="384048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F97316">
              <a:alpha val="3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F97316">
              <a:alpha val="28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F97316">
              <a:alpha val="20000"/>
            </a:srgbClr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888888">
              <a:alpha val="3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888888">
              <a:alpha val="2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888888">
              <a:alpha val="20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 flipH="1" flipV="1">
            <a:off x="1786739" y="3840480"/>
            <a:ext cx="2821837" cy="365760"/>
          </a:xfrm>
          <a:prstGeom prst="line">
            <a:avLst/>
          </a:prstGeom>
          <a:noFill/>
          <a:ln w="10160">
            <a:solidFill>
              <a:srgbClr val="888888">
                <a:alpha val="45000"/>
              </a:srgbClr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888888">
              <a:alpha val="3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888888">
              <a:alpha val="28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9" name="Shape 87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888888">
              <a:alpha val="20000"/>
            </a:srgbClr>
          </a:solidFill>
          <a:ln w="1524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F97316">
                <a:alpha val="6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E63329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601968" y="2798064"/>
            <a:ext cx="566928" cy="438912"/>
          </a:xfrm>
          <a:prstGeom prst="rect">
            <a:avLst/>
          </a:prstGeom>
          <a:solidFill>
            <a:srgbClr val="E63329">
              <a:alpha val="30000"/>
            </a:srgbClr>
          </a:solidFill>
          <a:ln w="12700">
            <a:solidFill>
              <a:srgbClr val="E6332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601968" y="279806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223760" y="2834640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6601968" y="3310128"/>
            <a:ext cx="566928" cy="438912"/>
          </a:xfrm>
          <a:prstGeom prst="rect">
            <a:avLst/>
          </a:prstGeom>
          <a:solidFill>
            <a:srgbClr val="F97316">
              <a:alpha val="30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6601968" y="3310128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7223760" y="3346704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6601968" y="3822192"/>
            <a:ext cx="566928" cy="438912"/>
          </a:xfrm>
          <a:prstGeom prst="rect">
            <a:avLst/>
          </a:prstGeom>
          <a:solidFill>
            <a:srgbClr val="22C55E">
              <a:alpha val="30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6601968" y="3822192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7223760" y="3858768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6601968" y="4334256"/>
            <a:ext cx="566928" cy="438912"/>
          </a:xfrm>
          <a:prstGeom prst="rect">
            <a:avLst/>
          </a:prstGeom>
          <a:solidFill>
            <a:srgbClr val="A855F7">
              <a:alpha val="30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108"/>
          <p:cNvSpPr/>
          <p:nvPr/>
        </p:nvSpPr>
        <p:spPr>
          <a:xfrm>
            <a:off x="6601968" y="4334256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7223760" y="4370832"/>
            <a:ext cx="175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 flipH="1" flipV="1">
            <a:off x="1778305" y="3839337"/>
            <a:ext cx="3922979" cy="365760"/>
          </a:xfrm>
          <a:prstGeom prst="line">
            <a:avLst/>
          </a:prstGeom>
          <a:noFill/>
          <a:ln w="10160">
            <a:solidFill>
              <a:srgbClr val="888888">
                <a:alpha val="45000"/>
              </a:srgbClr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 flipH="1" flipV="1">
            <a:off x="1714500" y="3822192"/>
            <a:ext cx="1815084" cy="384048"/>
          </a:xfrm>
          <a:prstGeom prst="line">
            <a:avLst/>
          </a:prstGeom>
          <a:noFill/>
          <a:ln w="10160">
            <a:solidFill>
              <a:srgbClr val="F97316">
                <a:alpha val="45000"/>
              </a:srgbClr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4224528" cy="1920240"/>
          </a:xfrm>
          <a:prstGeom prst="rect">
            <a:avLst/>
          </a:prstGeom>
          <a:solidFill>
            <a:srgbClr val="141414"/>
          </a:solidFill>
          <a:ln w="6350">
            <a:solidFill>
              <a:srgbClr val="2E2E2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4224528" cy="54864"/>
          </a:xfrm>
          <a:prstGeom prst="rect">
            <a:avLst/>
          </a:prstGeom>
          <a:solidFill>
            <a:srgbClr val="E63329"/>
          </a:solidFill>
          <a:ln w="12700">
            <a:solidFill>
              <a:srgbClr val="E6332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38912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3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8912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1828800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0352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04872" y="1828800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96312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8912" y="2249424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30352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04872" y="2249424"/>
            <a:ext cx="1828800" cy="329184"/>
          </a:xfrm>
          <a:prstGeom prst="rect">
            <a:avLst/>
          </a:prstGeom>
          <a:solidFill>
            <a:srgbClr val="1C1C1C"/>
          </a:solidFill>
          <a:ln w="6350">
            <a:solidFill>
              <a:srgbClr val="E6332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96312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6032" y="2871216"/>
            <a:ext cx="4224528" cy="1883664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109728" cy="1883664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7200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46320" y="142646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992624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92624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846320" y="206654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92624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92624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846320" y="270662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92624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92624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846320" y="334670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92624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92624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1C1C1C"/>
          </a:solidFill>
          <a:ln w="635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3986784"/>
            <a:ext cx="45720" cy="5486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992624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992624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3840480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109728" cy="3913632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55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279392" y="1243584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25696" y="1463040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25696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25696" y="1792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620256" y="1243584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766560" y="1463040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766560" y="1463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1792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279392" y="2377440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25696" y="2596896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425696" y="2596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25696" y="2926080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620256" y="2377440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766560" y="2596896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766560" y="2596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766560" y="2926080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279392" y="3511296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425696" y="3730752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425696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425696" y="4059936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141414"/>
          </a:solidFill>
          <a:ln w="10160">
            <a:solidFill>
              <a:srgbClr val="A855F7">
                <a:alpha val="5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620256" y="3511296"/>
            <a:ext cx="2212848" cy="9144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766560" y="3730752"/>
            <a:ext cx="310896" cy="310896"/>
          </a:xfrm>
          <a:prstGeom prst="ellipse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66560" y="3730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766560" y="4059936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9/11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841248"/>
            <a:ext cx="3200400" cy="3913632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841248"/>
            <a:ext cx="320040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032" y="1517904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56032" y="213969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1170432" y="2889504"/>
            <a:ext cx="13716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6032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39312" y="1225296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03904" y="1225296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39312" y="1719072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03904" y="1719072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639312" y="2212848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03904" y="2212848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39312" y="2706624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03904" y="2706624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141414"/>
          </a:solidFill>
          <a:ln w="762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39312" y="3200400"/>
            <a:ext cx="45720" cy="402336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803904" y="3200400"/>
            <a:ext cx="25786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141414"/>
          </a:solidFill>
          <a:ln w="10160">
            <a:solidFill>
              <a:srgbClr val="F9731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565392" y="1225296"/>
            <a:ext cx="2322576" cy="109728"/>
          </a:xfrm>
          <a:prstGeom prst="rect">
            <a:avLst/>
          </a:prstGeom>
          <a:solidFill>
            <a:srgbClr val="F97316">
              <a:alpha val="75000"/>
            </a:srgbClr>
          </a:solidFill>
          <a:ln w="12700">
            <a:solidFill>
              <a:srgbClr val="F9731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711696" y="142646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11696" y="181051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1169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141414"/>
          </a:solidFill>
          <a:ln w="10160">
            <a:solidFill>
              <a:srgbClr val="3B82F6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565392" y="2706624"/>
            <a:ext cx="2322576" cy="109728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B82F6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11696" y="2907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711696" y="3291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11696" y="358444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56032" y="82296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56032" y="420624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56032" y="841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1188720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56032" y="1188720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0624" y="118872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60320" y="1188720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560320" y="1188720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24912" y="118872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" y="2029968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6032" y="2029968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0624" y="202996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0" y="2029968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560320" y="2029968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24912" y="202996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" y="2871216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032" y="2871216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20624" y="2871216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2871216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560320" y="2871216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24912" y="2871216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6032" y="3712464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56032" y="3712464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3712464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60320" y="3712464"/>
            <a:ext cx="2176272" cy="713232"/>
          </a:xfrm>
          <a:prstGeom prst="rect">
            <a:avLst/>
          </a:prstGeom>
          <a:solidFill>
            <a:srgbClr val="141414"/>
          </a:solidFill>
          <a:ln w="7620">
            <a:solidFill>
              <a:srgbClr val="3B82F6">
                <a:alpha val="45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60320" y="3712464"/>
            <a:ext cx="45720" cy="7132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724912" y="3712464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141414"/>
          </a:solidFill>
          <a:ln w="10160">
            <a:solidFill>
              <a:srgbClr val="22C55E"/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1C1C1C"/>
          </a:solidFill>
          <a:ln w="12700">
            <a:solidFill>
              <a:srgbClr val="F97316">
                <a:alpha val="60000"/>
              </a:srgbClr>
            </a:solidFill>
            <a:prstDash val="solid"/>
          </a:ln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956048" y="3346704"/>
            <a:ext cx="109728" cy="14081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91440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1463040"/>
            <a:ext cx="201168" cy="20117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2560320"/>
            <a:ext cx="128016" cy="20117"/>
          </a:xfrm>
          <a:prstGeom prst="rect">
            <a:avLst/>
          </a:prstGeom>
          <a:solidFill>
            <a:srgbClr val="F97316">
              <a:alpha val="55000"/>
            </a:srgbClr>
          </a:solidFill>
          <a:ln w="12700">
            <a:solidFill>
              <a:srgbClr val="F97316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6032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56032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6032" y="2834640"/>
            <a:ext cx="21945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2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6032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3108960"/>
            <a:ext cx="1298448" cy="1298448"/>
          </a:xfrm>
          <a:prstGeom prst="ellipse">
            <a:avLst/>
          </a:prstGeom>
          <a:solidFill>
            <a:srgbClr val="1C1C1C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17536" y="3328416"/>
            <a:ext cx="859536" cy="859536"/>
          </a:xfrm>
          <a:prstGeom prst="ellipse">
            <a:avLst/>
          </a:prstGeom>
          <a:solidFill>
            <a:srgbClr val="141414"/>
          </a:solidFill>
          <a:ln w="10160">
            <a:solidFill>
              <a:srgbClr val="4A4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6992" y="3547872"/>
            <a:ext cx="420624" cy="420624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98080" y="3108960"/>
            <a:ext cx="1298448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A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0" y="4956048"/>
            <a:ext cx="9144000" cy="20117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11/11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233fac-3102-4b22-9f43-dcb6aed9aea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DB8003689506747B63DBB244879DC73" ma:contentTypeVersion="19" ma:contentTypeDescription="Create a new document." ma:contentTypeScope="" ma:versionID="d35a33557a9ed6dabda847809e6d6077">
  <xsd:schema xmlns:xsd="http://www.w3.org/2001/XMLSchema" xmlns:xs="http://www.w3.org/2001/XMLSchema" xmlns:p="http://schemas.microsoft.com/office/2006/metadata/properties" xmlns:ns3="10233fac-3102-4b22-9f43-dcb6aed9aea4" xmlns:ns4="1a48b24f-2696-4d0d-bf6d-8304c3ed2b04" targetNamespace="http://schemas.microsoft.com/office/2006/metadata/properties" ma:root="true" ma:fieldsID="fe8615f8f857165f4d8a1bc8217ec248" ns3:_="" ns4:_="">
    <xsd:import namespace="10233fac-3102-4b22-9f43-dcb6aed9aea4"/>
    <xsd:import namespace="1a48b24f-2696-4d0d-bf6d-8304c3ed2b0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233fac-3102-4b22-9f43-dcb6aed9ae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48b24f-2696-4d0d-bf6d-8304c3ed2b04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FD3CFF-D856-4895-BC8C-2D54E55CAFB2}">
  <ds:schemaRefs>
    <ds:schemaRef ds:uri="http://purl.org/dc/terms/"/>
    <ds:schemaRef ds:uri="http://schemas.microsoft.com/office/2006/documentManagement/types"/>
    <ds:schemaRef ds:uri="http://purl.org/dc/elements/1.1/"/>
    <ds:schemaRef ds:uri="1a48b24f-2696-4d0d-bf6d-8304c3ed2b04"/>
    <ds:schemaRef ds:uri="http://schemas.microsoft.com/office/2006/metadata/properties"/>
    <ds:schemaRef ds:uri="http://purl.org/dc/dcmitype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10233fac-3102-4b22-9f43-dcb6aed9aea4"/>
  </ds:schemaRefs>
</ds:datastoreItem>
</file>

<file path=customXml/itemProps2.xml><?xml version="1.0" encoding="utf-8"?>
<ds:datastoreItem xmlns:ds="http://schemas.openxmlformats.org/officeDocument/2006/customXml" ds:itemID="{855469DE-EC21-40ED-AA6F-ED689295087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80B7C7-988E-4E4A-875B-95A068F0E41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233fac-3102-4b22-9f43-dcb6aed9aea4"/>
    <ds:schemaRef ds:uri="1a48b24f-2696-4d0d-bf6d-8304c3ed2b0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1048</Words>
  <Application>Microsoft Office PowerPoint</Application>
  <PresentationFormat>Bildschirmpräsentation (16:9)</PresentationFormat>
  <Paragraphs>263</Paragraphs>
  <Slides>11</Slides>
  <Notes>11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Arial</vt:lpstr>
      <vt:lpstr>Office Theme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Gunter.Kleber@globefuelcell.com</dc:creator>
  <cp:lastModifiedBy>Kleber, Gunter</cp:lastModifiedBy>
  <cp:revision>7</cp:revision>
  <dcterms:created xsi:type="dcterms:W3CDTF">2026-06-02T07:31:36Z</dcterms:created>
  <dcterms:modified xsi:type="dcterms:W3CDTF">2026-06-02T08:24:10Z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0x0101006DB8003689506747B63DBB244879DC73</vt:lpwstr>
  </property>
</Properties>
</file>